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78075" y="7455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Filtering Data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with SQL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19953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WHERE Clause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Conditional Operators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LIKE Operator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COUNT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
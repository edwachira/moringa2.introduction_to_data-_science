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78075" y="745500"/>
            <a:ext cx="55095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Ordering and Limiting Data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with SQL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953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ORDER BY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Multiple Columns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LIMIT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LIMIT and ORDER BY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
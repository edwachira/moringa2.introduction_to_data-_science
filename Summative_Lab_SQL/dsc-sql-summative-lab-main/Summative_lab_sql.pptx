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27FBF-1AE3-B57B-9D58-64E5E6996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7FA96-57AD-B3BB-7850-F0FA225CDF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B3003-6BA2-A1B4-6E62-F138047C0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63EC-6DC8-4370-A4D7-04EC3FCA7C2E}" type="datetimeFigureOut">
              <a:rPr lang="en-US" smtClean="0"/>
              <a:t>26-Oct-26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2909D-BFD3-FA22-6DCC-38E8701BE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16E28-3BB9-C9F4-9A3C-DDEC379BC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7396-E2A3-42EA-9DA6-8F98F5CB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746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CA20D-14B9-2F36-02F5-65504EEF8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37E14-005F-D27F-528D-FEB90491D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0B2E1-0618-B9F3-E02C-AEA0387E3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63EC-6DC8-4370-A4D7-04EC3FCA7C2E}" type="datetimeFigureOut">
              <a:rPr lang="en-US" smtClean="0"/>
              <a:t>26-Oct-26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D56D8-288A-CEB7-7846-290552AAF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EAA87-BAE2-C832-6DB0-0863D7B50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7396-E2A3-42EA-9DA6-8F98F5CB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925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DB08A-760A-22BE-B6C1-3C73AE657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B04B0-7BD6-7D8B-2B62-41720DE4C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61942-5A6A-97A7-5AE6-446D5DC1D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63EC-6DC8-4370-A4D7-04EC3FCA7C2E}" type="datetimeFigureOut">
              <a:rPr lang="en-US" smtClean="0"/>
              <a:t>26-Oct-26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2217F-B90B-42DF-F3AF-8BAB65F4D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824A2-C3A5-84A5-FA44-9022A14B9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7396-E2A3-42EA-9DA6-8F98F5CB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30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6C290-6A4A-2BE6-47F7-5F93F100B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E8887-8F78-5EA2-29ED-86BE9953A3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41CBD8-414B-ACCA-5C60-483C88BDF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2E3188-637B-EA09-76E0-250E7CAF5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63EC-6DC8-4370-A4D7-04EC3FCA7C2E}" type="datetimeFigureOut">
              <a:rPr lang="en-US" smtClean="0"/>
              <a:t>26-Oct-26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EECD9-737F-66EE-9415-D72B261F5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374F4-169D-6AA7-BE99-27FE20784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7396-E2A3-42EA-9DA6-8F98F5CB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279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BD5BC-30D6-0BC5-797D-2D9645A11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91FD0-66D1-6838-FA86-D360BEDDC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EE3B16-A913-3F0C-E479-608593FFD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7833ED-F092-CDA6-AE64-5E5AE2A70D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10A6F2-0049-914B-3CC0-2018D75C89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B7148B-A75E-A51E-11EC-F4BAE5D6B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63EC-6DC8-4370-A4D7-04EC3FCA7C2E}" type="datetimeFigureOut">
              <a:rPr lang="en-US" smtClean="0"/>
              <a:t>26-Oct-26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FF6D9A-CA30-458A-8342-6C2E3F1C4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719B7D-E08E-5D83-B6D6-04C242B4B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7396-E2A3-42EA-9DA6-8F98F5CB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692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D0027-6B21-8A12-450A-03AE6B79D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078928-8A21-0C59-1D5B-8486AECB6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63EC-6DC8-4370-A4D7-04EC3FCA7C2E}" type="datetimeFigureOut">
              <a:rPr lang="en-US" smtClean="0"/>
              <a:t>26-Oct-26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EEB2B2-9BED-54B8-7A9A-CD0C2BE07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563912-95CE-E2D1-310D-C50B61E14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7396-E2A3-42EA-9DA6-8F98F5CB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511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99C2CC-0B66-1FF5-7C26-F7E24586B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63EC-6DC8-4370-A4D7-04EC3FCA7C2E}" type="datetimeFigureOut">
              <a:rPr lang="en-US" smtClean="0"/>
              <a:t>26-Oct-26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A83071-5E78-5DEB-7EC7-1AEE8B059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EDE8D-9222-6D3F-8683-6F7580279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7396-E2A3-42EA-9DA6-8F98F5CB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136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A2A3A-B6D1-7D00-7B0A-54519A81F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9A6CE-2D8B-FC6D-19D3-3AE5663CC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1B6021-A08A-4C5C-E435-8F1D53073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DC7AE-AE1A-3A92-DC36-50D5BA01C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63EC-6DC8-4370-A4D7-04EC3FCA7C2E}" type="datetimeFigureOut">
              <a:rPr lang="en-US" smtClean="0"/>
              <a:t>26-Oct-26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E4FB7-74BB-9D24-F7D3-034A586A4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8BBD1D-D476-6ECD-94DE-B1326863D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7396-E2A3-42EA-9DA6-8F98F5CB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03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CB5C9-C233-CF30-C01B-D05D3D809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89ADFE-C4BB-2321-6508-63495BFAEA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1B411C-AA8F-1F75-3B66-559400E1C9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3A5364-B040-28AD-5606-34F947456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63EC-6DC8-4370-A4D7-04EC3FCA7C2E}" type="datetimeFigureOut">
              <a:rPr lang="en-US" smtClean="0"/>
              <a:t>26-Oct-26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4C94ED-CB4B-3FB0-4F97-223800926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A6C55C-358D-8909-1DE9-D868FCFD8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7396-E2A3-42EA-9DA6-8F98F5CB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793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A61F0-8907-E812-ADC6-E85431CA3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DA146C-3251-864B-1B55-A4BE77008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F4C0A-23CB-ECF3-1218-89868DF6D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63EC-6DC8-4370-A4D7-04EC3FCA7C2E}" type="datetimeFigureOut">
              <a:rPr lang="en-US" smtClean="0"/>
              <a:t>26-Oct-26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0E3C3-398E-289D-D263-07DD509B0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3E0BA-63B0-17DE-59D6-06CE6120A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7396-E2A3-42EA-9DA6-8F98F5CB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119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30C2E8-4554-51EE-5A57-7DEF57A87C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17DFB6-4AFE-1586-CBA4-53A92BFB87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94E61-DE5C-8B62-CED9-FFB6D0089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63EC-6DC8-4370-A4D7-04EC3FCA7C2E}" type="datetimeFigureOut">
              <a:rPr lang="en-US" smtClean="0"/>
              <a:t>26-Oct-26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C8F46-938E-7765-C8CD-7EA6C7358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2ED65-0116-6742-8418-2756E3E7B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7396-E2A3-42EA-9DA6-8F98F5CB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01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F9152C-0ECF-A3DC-EB72-A44233454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900A18-ABD7-D3AD-114E-984286A37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9B19E-A713-2440-11C4-A264DE1F8B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963EC-6DC8-4370-A4D7-04EC3FCA7C2E}" type="datetimeFigureOut">
              <a:rPr lang="en-US" smtClean="0"/>
              <a:t>26-Oct-26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3428E-9E2B-EB10-99BA-69D0C92448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EAB7B-7EDB-30F1-471A-49098A298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97396-E2A3-42EA-9DA6-8F98F5CB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758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44900-AFC0-0A8F-5E6E-4CCA624F31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7819"/>
            <a:ext cx="9144000" cy="80575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1.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84BE13-9E3E-5414-D4F4-5C18BF8CDD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85180"/>
            <a:ext cx="9144000" cy="4979406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There are 8 tables in the database: directors, known_for, movie_akas, movie_basics, movie_ratings, persons, principals, writers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directors, known_for and writers have two columns each, movie_ratings has three columns, movie_akas  has eight, movie_basics and principals have six each and persons has five.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 The relationships between the tables are primarily many to many.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average movie ratings on a year-to-year basis seem to be trending slightly upwards</a:t>
            </a:r>
          </a:p>
        </p:txBody>
      </p:sp>
    </p:spTree>
    <p:extLst>
      <p:ext uri="{BB962C8B-B14F-4D97-AF65-F5344CB8AC3E}">
        <p14:creationId xmlns:p14="http://schemas.microsoft.com/office/powerpoint/2010/main" val="3269069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98BCE-5755-2042-6766-F00958BA5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1948"/>
          </a:xfrm>
        </p:spPr>
        <p:txBody>
          <a:bodyPr/>
          <a:lstStyle/>
          <a:p>
            <a:r>
              <a:rPr lang="en-US" b="1" dirty="0"/>
              <a:t>2. Well-formulated business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22CBB-1976-50D3-5083-5B921B8CC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875"/>
            <a:ext cx="10515600" cy="4674088"/>
          </a:xfrm>
        </p:spPr>
        <p:txBody>
          <a:bodyPr/>
          <a:lstStyle/>
          <a:p>
            <a:r>
              <a:rPr lang="en-US" dirty="0"/>
              <a:t>NUMBER OF MOVIES RELEASED EVERY YEAR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2019 Saw a Significant Decrease in the number of movies produced.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5C5503-B24B-B062-7A72-AD5DEA9EB5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796508"/>
              </p:ext>
            </p:extLst>
          </p:nvPr>
        </p:nvGraphicFramePr>
        <p:xfrm>
          <a:off x="838200" y="1892175"/>
          <a:ext cx="10515600" cy="3398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11378515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43092854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8303801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5668136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79169777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90326428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51189314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200763491"/>
                    </a:ext>
                  </a:extLst>
                </a:gridCol>
              </a:tblGrid>
              <a:tr h="22339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movie_id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primary_title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original_title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start_year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runtime_minutes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genres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NumberofMovies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613329878"/>
                  </a:ext>
                </a:extLst>
              </a:tr>
              <a:tr h="22339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0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tt0146592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Pál Adrienn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Pál Adrienn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2010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136.0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Drama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11849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11549109"/>
                  </a:ext>
                </a:extLst>
              </a:tr>
              <a:tr h="37472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tt0176694</a:t>
                      </a:r>
                      <a:endParaRPr lang="en-US" sz="105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The Tragedy of Man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Az ember </a:t>
                      </a:r>
                      <a:r>
                        <a:rPr lang="en-US" sz="1050" dirty="0" err="1">
                          <a:effectLst/>
                        </a:rPr>
                        <a:t>tragédiája</a:t>
                      </a:r>
                      <a:endParaRPr lang="en-US" sz="105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2011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160.0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Animation,Drama,History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12900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262816282"/>
                  </a:ext>
                </a:extLst>
              </a:tr>
              <a:tr h="22339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tt0139613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O Silêncio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O Silêncio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2012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NaN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Documentary,History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13787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41214498"/>
                  </a:ext>
                </a:extLst>
              </a:tr>
              <a:tr h="22339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tt0063540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Sunghursh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Sunghursh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2013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175.0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Action,Crime,Drama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14709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856611017"/>
                  </a:ext>
                </a:extLst>
              </a:tr>
              <a:tr h="37472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4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tt0329539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Rice Girl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Rice Girl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2014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95.0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Adventure,Comedy,Romance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15589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287570586"/>
                  </a:ext>
                </a:extLst>
              </a:tr>
              <a:tr h="22339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5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tt0283440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Short Time Heroes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Kurzzeithelden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2015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45.0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Sci-Fi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16243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81872070"/>
                  </a:ext>
                </a:extLst>
              </a:tr>
              <a:tr h="22339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6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tt0315642</a:t>
                      </a:r>
                      <a:endParaRPr lang="en-US" sz="105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Wazir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Wazir</a:t>
                      </a:r>
                      <a:endParaRPr lang="en-US" sz="105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2016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103.0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Action,Crime,Drama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17272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467362141"/>
                  </a:ext>
                </a:extLst>
              </a:tr>
              <a:tr h="37472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7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tt0100275</a:t>
                      </a:r>
                      <a:endParaRPr lang="en-US" sz="105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The Wandering Soap Opera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La Telenovela Errante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2017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80.0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Comedy,Drama,Fantasy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17504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703615443"/>
                  </a:ext>
                </a:extLst>
              </a:tr>
              <a:tr h="37472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8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tt0069049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The Other Side of the Wind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The Other Side of the Wind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2018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122.0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Drama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16849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823388282"/>
                  </a:ext>
                </a:extLst>
              </a:tr>
              <a:tr h="37472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9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tt0066787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One Day Before the Rainy Season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Ashad Ka Ek Din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2019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114.0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Biography,Drama</a:t>
                      </a:r>
                      <a:endParaRPr lang="en-US" sz="105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8379</a:t>
                      </a:r>
                      <a:endParaRPr lang="en-US" sz="105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214416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0525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1601A-977F-1A30-3B2F-775AB0990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Potential data cleaning tasks identified during your 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20086-D16F-DAFF-6C8E-E75EEB553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Dropping of data with too many null values</a:t>
            </a:r>
          </a:p>
          <a:p>
            <a:r>
              <a:rPr lang="en-US" dirty="0"/>
              <a:t>2. Stripping empty spaces before and after text</a:t>
            </a:r>
          </a:p>
          <a:p>
            <a:r>
              <a:rPr lang="en-US" dirty="0"/>
              <a:t>3. Converting some columns to their proper data types such as year to date from integer</a:t>
            </a:r>
          </a:p>
          <a:p>
            <a:r>
              <a:rPr lang="en-US" dirty="0"/>
              <a:t>4. Normalizing Data to only select the ones whose names are in English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336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339</Words>
  <Application>Microsoft Office PowerPoint</Application>
  <PresentationFormat>Widescreen</PresentationFormat>
  <Paragraphs>107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Segoe WPC</vt:lpstr>
      <vt:lpstr>Office Theme</vt:lpstr>
      <vt:lpstr>1. Summary</vt:lpstr>
      <vt:lpstr>2. Well-formulated business question</vt:lpstr>
      <vt:lpstr>3. Potential data cleaning tasks identified during your exploration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Edwin Wachira Gituto</dc:creator>
  <cp:lastModifiedBy>Edwin Wachira Gituto</cp:lastModifiedBy>
  <cp:revision>4</cp:revision>
  <dcterms:created xsi:type="dcterms:W3CDTF">2026-10-26T16:07:32Z</dcterms:created>
  <dcterms:modified xsi:type="dcterms:W3CDTF">2026-10-26T17:32:56Z</dcterms:modified>
</cp:coreProperties>
</file>
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Fira Sans ExtraBold"/>
      <p:bold r:id="rId8"/>
      <p:boldItalic r:id="rId9"/>
    </p:embeddedFont>
    <p:embeddedFont>
      <p:font typeface="Fira Sans"/>
      <p:regular r:id="rId10"/>
      <p:bold r:id="rId11"/>
      <p:italic r:id="rId12"/>
      <p:boldItalic r:id="rId13"/>
    </p:embeddedFont>
    <p:embeddedFont>
      <p:font typeface="Open Sans Medium"/>
      <p:regular r:id="rId14"/>
      <p:bold r:id="rId15"/>
      <p:italic r:id="rId16"/>
      <p:boldItalic r:id="rId17"/>
    </p:embeddedFont>
    <p:embeddedFont>
      <p:font typeface="DM Serif Display"/>
      <p:regular r:id="rId18"/>
      <p:italic r:id="rId19"/>
    </p:embeddedFont>
    <p:embeddedFont>
      <p:font typeface="Karla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57">
          <p15:clr>
            <a:srgbClr val="9AA0A6"/>
          </p15:clr>
        </p15:guide>
        <p15:guide id="4" pos="4649">
          <p15:clr>
            <a:srgbClr val="9AA0A6"/>
          </p15:clr>
        </p15:guide>
        <p15:guide id="5" pos="3497">
          <p15:clr>
            <a:srgbClr val="9AA0A6"/>
          </p15:clr>
        </p15:guide>
        <p15:guide id="6" pos="2350">
          <p15:clr>
            <a:srgbClr val="9AA0A6"/>
          </p15:clr>
        </p15:guide>
        <p15:guide id="7" pos="201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657" orient="horz"/>
        <p:guide pos="4649"/>
        <p:guide pos="3497"/>
        <p:guide pos="2350"/>
        <p:guide pos="20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rla-regular.fntdata"/><Relationship Id="rId11" Type="http://schemas.openxmlformats.org/officeDocument/2006/relationships/font" Target="fonts/FiraSans-bold.fntdata"/><Relationship Id="rId22" Type="http://schemas.openxmlformats.org/officeDocument/2006/relationships/font" Target="fonts/Karla-italic.fntdata"/><Relationship Id="rId10" Type="http://schemas.openxmlformats.org/officeDocument/2006/relationships/font" Target="fonts/FiraSans-regular.fntdata"/><Relationship Id="rId21" Type="http://schemas.openxmlformats.org/officeDocument/2006/relationships/font" Target="fonts/Karla-bold.fntdata"/><Relationship Id="rId13" Type="http://schemas.openxmlformats.org/officeDocument/2006/relationships/font" Target="fonts/FiraSans-boldItalic.fntdata"/><Relationship Id="rId12" Type="http://schemas.openxmlformats.org/officeDocument/2006/relationships/font" Target="fonts/FiraSans-italic.fntdata"/><Relationship Id="rId23" Type="http://schemas.openxmlformats.org/officeDocument/2006/relationships/font" Target="fonts/Karl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iraSansExtraBold-boldItalic.fntdata"/><Relationship Id="rId15" Type="http://schemas.openxmlformats.org/officeDocument/2006/relationships/font" Target="fonts/OpenSansMedium-bold.fntdata"/><Relationship Id="rId14" Type="http://schemas.openxmlformats.org/officeDocument/2006/relationships/font" Target="fonts/OpenSansMedium-regular.fntdata"/><Relationship Id="rId17" Type="http://schemas.openxmlformats.org/officeDocument/2006/relationships/font" Target="fonts/OpenSansMedium-boldItalic.fntdata"/><Relationship Id="rId16" Type="http://schemas.openxmlformats.org/officeDocument/2006/relationships/font" Target="fonts/OpenSansMedium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erifDisplay-italic.fntdata"/><Relationship Id="rId6" Type="http://schemas.openxmlformats.org/officeDocument/2006/relationships/slide" Target="slides/slide1.xml"/><Relationship Id="rId18" Type="http://schemas.openxmlformats.org/officeDocument/2006/relationships/font" Target="fonts/DMSerifDisplay-regular.fntdata"/><Relationship Id="rId7" Type="http://schemas.openxmlformats.org/officeDocument/2006/relationships/slide" Target="slides/slide2.xml"/><Relationship Id="rId8" Type="http://schemas.openxmlformats.org/officeDocument/2006/relationships/font" Target="fonts/FiraSans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25df9ed6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1125df9ed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b1e44ee66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b1e44ee66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07194" y="178941"/>
            <a:ext cx="788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00">
                <a:solidFill>
                  <a:srgbClr val="00206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00050" y="10263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00"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88150" y="4767275"/>
            <a:ext cx="360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450734" y="4615050"/>
            <a:ext cx="2094225" cy="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78075" y="745500"/>
            <a:ext cx="72993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9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Database </a:t>
            </a:r>
            <a:endParaRPr sz="4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9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Administration </a:t>
            </a:r>
            <a:endParaRPr sz="4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9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and Design</a:t>
            </a:r>
            <a:endParaRPr sz="25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Technical Lesson</a:t>
            </a:r>
            <a:endParaRPr sz="24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8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46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9639" y="8"/>
            <a:ext cx="422435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15561" r="15554" t="0"/>
          <a:stretch/>
        </p:blipFill>
        <p:spPr>
          <a:xfrm>
            <a:off x="0" y="0"/>
            <a:ext cx="3543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ctrTitle"/>
          </p:nvPr>
        </p:nvSpPr>
        <p:spPr>
          <a:xfrm>
            <a:off x="4384750" y="1284075"/>
            <a:ext cx="28776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Agenda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248325" y="2071550"/>
            <a:ext cx="46722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Creating Database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Creating Tables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Populating Tables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Changing Tables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Deleting Data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Saving Changes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0" r="63341" t="0"/>
          <a:stretch/>
        </p:blipFill>
        <p:spPr>
          <a:xfrm>
            <a:off x="8058067" y="1536650"/>
            <a:ext cx="1085924" cy="36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
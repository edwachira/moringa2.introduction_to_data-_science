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1875" y="2883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One-to-Many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Many-to-Many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19191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One-to-One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One-to-Many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Many-to-Many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
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Fira Sans ExtraBold"/>
      <p:bold r:id="rId8"/>
      <p:boldItalic r:id="rId9"/>
    </p:embeddedFont>
    <p:embeddedFont>
      <p:font typeface="Fira Sans"/>
      <p:regular r:id="rId10"/>
      <p:bold r:id="rId11"/>
      <p:italic r:id="rId12"/>
      <p:boldItalic r:id="rId13"/>
    </p:embeddedFont>
    <p:embeddedFont>
      <p:font typeface="Open Sans Medium"/>
      <p:regular r:id="rId14"/>
      <p:bold r:id="rId15"/>
      <p:italic r:id="rId16"/>
      <p:boldItalic r:id="rId17"/>
    </p:embeddedFont>
    <p:embeddedFont>
      <p:font typeface="DM Serif Display"/>
      <p:regular r:id="rId18"/>
      <p:italic r:id="rId19"/>
    </p:embeddedFont>
    <p:embeddedFont>
      <p:font typeface="Karl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regular.fntdata"/><Relationship Id="rId11" Type="http://schemas.openxmlformats.org/officeDocument/2006/relationships/font" Target="fonts/FiraSans-bold.fntdata"/><Relationship Id="rId22" Type="http://schemas.openxmlformats.org/officeDocument/2006/relationships/font" Target="fonts/Karla-italic.fntdata"/><Relationship Id="rId10" Type="http://schemas.openxmlformats.org/officeDocument/2006/relationships/font" Target="fonts/FiraSans-regular.fntdata"/><Relationship Id="rId21" Type="http://schemas.openxmlformats.org/officeDocument/2006/relationships/font" Target="fonts/Karla-bold.fntdata"/><Relationship Id="rId13" Type="http://schemas.openxmlformats.org/officeDocument/2006/relationships/font" Target="fonts/FiraSans-boldItalic.fntdata"/><Relationship Id="rId12" Type="http://schemas.openxmlformats.org/officeDocument/2006/relationships/font" Target="fonts/FiraSans-italic.fntdata"/><Relationship Id="rId23" Type="http://schemas.openxmlformats.org/officeDocument/2006/relationships/font" Target="fonts/Karl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iraSansExtraBold-boldItalic.fntdata"/><Relationship Id="rId15" Type="http://schemas.openxmlformats.org/officeDocument/2006/relationships/font" Target="fonts/OpenSansMedium-bold.fntdata"/><Relationship Id="rId14" Type="http://schemas.openxmlformats.org/officeDocument/2006/relationships/font" Target="fonts/OpenSansMedium-regular.fntdata"/><Relationship Id="rId17" Type="http://schemas.openxmlformats.org/officeDocument/2006/relationships/font" Target="fonts/OpenSansMedium-boldItalic.fntdata"/><Relationship Id="rId16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erifDisplay-italic.fntdata"/><Relationship Id="rId6" Type="http://schemas.openxmlformats.org/officeDocument/2006/relationships/slide" Target="slides/slide1.xml"/><Relationship Id="rId18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font" Target="fonts/Fir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1875" y="2883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SQL 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8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Subqueries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Technical Lesson</a:t>
            </a:r>
            <a:endParaRPr sz="58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46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19191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 place of JOIN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Subquery to Filter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Chaining Aggregates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Foreign Key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
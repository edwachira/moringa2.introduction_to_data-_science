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Fira Sans ExtraBold"/>
      <p:bold r:id="rId8"/>
      <p:boldItalic r:id="rId9"/>
    </p:embeddedFont>
    <p:embeddedFont>
      <p:font typeface="Fira Sans"/>
      <p:regular r:id="rId10"/>
      <p:bold r:id="rId11"/>
      <p:italic r:id="rId12"/>
      <p:boldItalic r:id="rId13"/>
    </p:embeddedFont>
    <p:embeddedFont>
      <p:font typeface="Open Sans Medium"/>
      <p:regular r:id="rId14"/>
      <p:bold r:id="rId15"/>
      <p:italic r:id="rId16"/>
      <p:boldItalic r:id="rId17"/>
    </p:embeddedFont>
    <p:embeddedFont>
      <p:font typeface="DM Serif Display"/>
      <p:regular r:id="rId18"/>
      <p:italic r:id="rId19"/>
    </p:embeddedFont>
    <p:embeddedFont>
      <p:font typeface="Karl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-regular.fntdata"/><Relationship Id="rId11" Type="http://schemas.openxmlformats.org/officeDocument/2006/relationships/font" Target="fonts/FiraSans-bold.fntdata"/><Relationship Id="rId22" Type="http://schemas.openxmlformats.org/officeDocument/2006/relationships/font" Target="fonts/Karla-italic.fntdata"/><Relationship Id="rId10" Type="http://schemas.openxmlformats.org/officeDocument/2006/relationships/font" Target="fonts/FiraSans-regular.fntdata"/><Relationship Id="rId21" Type="http://schemas.openxmlformats.org/officeDocument/2006/relationships/font" Target="fonts/Karla-bold.fntdata"/><Relationship Id="rId13" Type="http://schemas.openxmlformats.org/officeDocument/2006/relationships/font" Target="fonts/FiraSans-boldItalic.fntdata"/><Relationship Id="rId12" Type="http://schemas.openxmlformats.org/officeDocument/2006/relationships/font" Target="fonts/FiraSans-italic.fntdata"/><Relationship Id="rId23" Type="http://schemas.openxmlformats.org/officeDocument/2006/relationships/font" Target="fonts/Karl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iraSansExtraBold-boldItalic.fntdata"/><Relationship Id="rId15" Type="http://schemas.openxmlformats.org/officeDocument/2006/relationships/font" Target="fonts/OpenSansMedium-bold.fntdata"/><Relationship Id="rId14" Type="http://schemas.openxmlformats.org/officeDocument/2006/relationships/font" Target="fonts/OpenSansMedium-regular.fntdata"/><Relationship Id="rId17" Type="http://schemas.openxmlformats.org/officeDocument/2006/relationships/font" Target="fonts/OpenSansMedium-boldItalic.fntdata"/><Relationship Id="rId16" Type="http://schemas.openxmlformats.org/officeDocument/2006/relationships/font" Target="fonts/OpenSans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erifDisplay-italic.fntdata"/><Relationship Id="rId6" Type="http://schemas.openxmlformats.org/officeDocument/2006/relationships/slide" Target="slides/slide1.xml"/><Relationship Id="rId18" Type="http://schemas.openxmlformats.org/officeDocument/2006/relationships/font" Target="fonts/DMSerifDisplay-regular.fntdata"/><Relationship Id="rId7" Type="http://schemas.openxmlformats.org/officeDocument/2006/relationships/slide" Target="slides/slide2.xml"/><Relationship Id="rId8" Type="http://schemas.openxmlformats.org/officeDocument/2006/relationships/font" Target="fonts/Fir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25df9ed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125df9e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b1e44ee6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b1e44ee6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78075" y="669300"/>
            <a:ext cx="7299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Data Analysis </a:t>
            </a:r>
            <a:endParaRPr sz="4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Using </a:t>
            </a:r>
            <a:endParaRPr sz="4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SQL and Pandas</a:t>
            </a:r>
            <a:endParaRPr sz="4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Technical Lesson</a:t>
            </a:r>
            <a:endParaRPr sz="25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37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15561" r="15554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248325" y="20715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Pandas DataFrame Query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pandasql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SQL Query to Pandas DataFrame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
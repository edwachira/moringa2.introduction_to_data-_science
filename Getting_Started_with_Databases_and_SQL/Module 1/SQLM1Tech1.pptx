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8075" y="7455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Connecting to SQL Databases</a:t>
            </a:r>
            <a:endParaRPr sz="5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25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2071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Connecting with sqlite3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Schema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Connecting with sqlite3 and pandas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Disconnect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
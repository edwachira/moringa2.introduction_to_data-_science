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Fira Sans ExtraBold"/>
      <p:bold r:id="rId8"/>
      <p:boldItalic r:id="rId9"/>
    </p:embeddedFont>
    <p:embeddedFont>
      <p:font typeface="Fira Sans"/>
      <p:regular r:id="rId10"/>
      <p:bold r:id="rId11"/>
      <p:italic r:id="rId12"/>
      <p:boldItalic r:id="rId13"/>
    </p:embeddedFont>
    <p:embeddedFont>
      <p:font typeface="Open Sans Medium"/>
      <p:regular r:id="rId14"/>
      <p:bold r:id="rId15"/>
      <p:italic r:id="rId16"/>
      <p:boldItalic r:id="rId17"/>
    </p:embeddedFont>
    <p:embeddedFont>
      <p:font typeface="DM Serif Display"/>
      <p:regular r:id="rId18"/>
      <p:italic r:id="rId19"/>
    </p:embeddedFont>
    <p:embeddedFont>
      <p:font typeface="Karla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657">
          <p15:clr>
            <a:srgbClr val="9AA0A6"/>
          </p15:clr>
        </p15:guide>
        <p15:guide id="4" pos="4649">
          <p15:clr>
            <a:srgbClr val="9AA0A6"/>
          </p15:clr>
        </p15:guide>
        <p15:guide id="5" pos="3497">
          <p15:clr>
            <a:srgbClr val="9AA0A6"/>
          </p15:clr>
        </p15:guide>
        <p15:guide id="6" pos="2350">
          <p15:clr>
            <a:srgbClr val="9AA0A6"/>
          </p15:clr>
        </p15:guide>
        <p15:guide id="7" pos="2016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657" orient="horz"/>
        <p:guide pos="4649"/>
        <p:guide pos="3497"/>
        <p:guide pos="2350"/>
        <p:guide pos="201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Karla-regular.fntdata"/><Relationship Id="rId11" Type="http://schemas.openxmlformats.org/officeDocument/2006/relationships/font" Target="fonts/FiraSans-bold.fntdata"/><Relationship Id="rId22" Type="http://schemas.openxmlformats.org/officeDocument/2006/relationships/font" Target="fonts/Karla-italic.fntdata"/><Relationship Id="rId10" Type="http://schemas.openxmlformats.org/officeDocument/2006/relationships/font" Target="fonts/FiraSans-regular.fntdata"/><Relationship Id="rId21" Type="http://schemas.openxmlformats.org/officeDocument/2006/relationships/font" Target="fonts/Karla-bold.fntdata"/><Relationship Id="rId13" Type="http://schemas.openxmlformats.org/officeDocument/2006/relationships/font" Target="fonts/FiraSans-boldItalic.fntdata"/><Relationship Id="rId12" Type="http://schemas.openxmlformats.org/officeDocument/2006/relationships/font" Target="fonts/FiraSans-italic.fntdata"/><Relationship Id="rId23" Type="http://schemas.openxmlformats.org/officeDocument/2006/relationships/font" Target="fonts/Karl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FiraSansExtraBold-boldItalic.fntdata"/><Relationship Id="rId15" Type="http://schemas.openxmlformats.org/officeDocument/2006/relationships/font" Target="fonts/OpenSansMedium-bold.fntdata"/><Relationship Id="rId14" Type="http://schemas.openxmlformats.org/officeDocument/2006/relationships/font" Target="fonts/OpenSansMedium-regular.fntdata"/><Relationship Id="rId17" Type="http://schemas.openxmlformats.org/officeDocument/2006/relationships/font" Target="fonts/OpenSansMedium-boldItalic.fntdata"/><Relationship Id="rId16" Type="http://schemas.openxmlformats.org/officeDocument/2006/relationships/font" Target="fonts/OpenSansMedium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erifDisplay-italic.fntdata"/><Relationship Id="rId6" Type="http://schemas.openxmlformats.org/officeDocument/2006/relationships/slide" Target="slides/slide1.xml"/><Relationship Id="rId18" Type="http://schemas.openxmlformats.org/officeDocument/2006/relationships/font" Target="fonts/DMSerifDisplay-regular.fntdata"/><Relationship Id="rId7" Type="http://schemas.openxmlformats.org/officeDocument/2006/relationships/slide" Target="slides/slide2.xml"/><Relationship Id="rId8" Type="http://schemas.openxmlformats.org/officeDocument/2006/relationships/font" Target="fonts/FiraSansExtra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125df9ed6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1125df9ed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b1e44ee660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b1e44ee660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07194" y="178941"/>
            <a:ext cx="78867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000">
                <a:solidFill>
                  <a:srgbClr val="002060"/>
                </a:solidFill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00050" y="10263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00"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688150" y="4767275"/>
            <a:ext cx="360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-10" l="0" r="0" t="0"/>
          <a:stretch/>
        </p:blipFill>
        <p:spPr>
          <a:xfrm>
            <a:off x="450734" y="4615050"/>
            <a:ext cx="2094225" cy="2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378075" y="745500"/>
            <a:ext cx="72993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4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The DE </a:t>
            </a:r>
            <a:endParaRPr sz="54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4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Lifecycle: </a:t>
            </a:r>
            <a:endParaRPr sz="54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4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Python Edition</a:t>
            </a:r>
            <a:endParaRPr sz="45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Technical Lesson</a:t>
            </a:r>
            <a:endParaRPr sz="24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58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46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9639" y="8"/>
            <a:ext cx="422435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0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0" l="15561" r="15554" t="0"/>
          <a:stretch/>
        </p:blipFill>
        <p:spPr>
          <a:xfrm>
            <a:off x="0" y="0"/>
            <a:ext cx="3543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68" name="Google Shape;68;p15"/>
          <p:cNvSpPr txBox="1"/>
          <p:nvPr>
            <p:ph type="ctrTitle"/>
          </p:nvPr>
        </p:nvSpPr>
        <p:spPr>
          <a:xfrm>
            <a:off x="4384750" y="1284075"/>
            <a:ext cx="28776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3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Agenda</a:t>
            </a:r>
            <a:endParaRPr b="1" sz="36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sz="29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4248325" y="2071550"/>
            <a:ext cx="4672200" cy="21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Generate Data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Store Data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Ingest Data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Transform Data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Serve Data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4">
            <a:alphaModFix/>
          </a:blip>
          <a:srcRect b="0" l="0" r="63341" t="0"/>
          <a:stretch/>
        </p:blipFill>
        <p:spPr>
          <a:xfrm>
            <a:off x="8058067" y="1536650"/>
            <a:ext cx="1085924" cy="360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